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622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484">
            <a:extLst>
              <a:ext uri="{FF2B5EF4-FFF2-40B4-BE49-F238E27FC236}">
                <a16:creationId xmlns:a16="http://schemas.microsoft.com/office/drawing/2014/main" id="{0309D3D4-CCE6-6A8E-E2F8-9E9E98F3E77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4333500"/>
            <a:ext cx="996923" cy="810000"/>
          </a:xfrm>
          <a:prstGeom prst="rect">
            <a:avLst/>
          </a:prstGeom>
        </p:spPr>
      </p:pic>
      <p:sp>
        <p:nvSpPr>
          <p:cNvPr id="7" name="スライド番号プレースホルダー 4">
            <a:extLst>
              <a:ext uri="{FF2B5EF4-FFF2-40B4-BE49-F238E27FC236}">
                <a16:creationId xmlns:a16="http://schemas.microsoft.com/office/drawing/2014/main" id="{5FD327E5-4B2C-8612-981A-3CE9C0C061CC}"/>
              </a:ext>
            </a:extLst>
          </p:cNvPr>
          <p:cNvSpPr txBox="1">
            <a:spLocks/>
          </p:cNvSpPr>
          <p:nvPr userDrawn="1"/>
        </p:nvSpPr>
        <p:spPr>
          <a:xfrm>
            <a:off x="68400" y="4904625"/>
            <a:ext cx="2057400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87924" rtl="0" eaLnBrk="1" latinLnBrk="0" hangingPunct="1">
              <a:defRPr sz="1000" b="1" i="0" kern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Roboto"/>
              </a:defRPr>
            </a:lvl1pPr>
            <a:lvl2pPr marL="243962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87924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1886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75848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19810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63772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07733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51695" algn="l" defTabSz="487924" rtl="0" eaLnBrk="1" latinLnBrk="0" hangingPunct="1"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D8C316A-6D50-4372-B914-692F4BCC999D}" type="slidenum">
              <a:rPr kumimoji="1" lang="ja-JP" altLang="en-US" sz="135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/>
              <a:t>‹#›</a:t>
            </a:fld>
            <a:endParaRPr kumimoji="1" lang="ja-JP" altLang="en-US" sz="135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object 2271">
            <a:extLst>
              <a:ext uri="{FF2B5EF4-FFF2-40B4-BE49-F238E27FC236}">
                <a16:creationId xmlns:a16="http://schemas.microsoft.com/office/drawing/2014/main" id="{FBC807B5-33C9-1CD5-E3B1-AA5DA4A33EBF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323077" cy="1620000"/>
          </a:xfrm>
          <a:prstGeom prst="rect">
            <a:avLst/>
          </a:prstGeom>
        </p:spPr>
      </p:pic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52D39BC7-97E3-5A1B-F9AF-0FAEFB7D0D07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2304" y="135000"/>
            <a:ext cx="664615" cy="270000"/>
          </a:xfrm>
          <a:prstGeom prst="rect">
            <a:avLst/>
          </a:prstGeom>
        </p:spPr>
      </p:pic>
      <p:pic>
        <p:nvPicPr>
          <p:cNvPr id="13" name="object 3">
            <a:extLst>
              <a:ext uri="{FF2B5EF4-FFF2-40B4-BE49-F238E27FC236}">
                <a16:creationId xmlns:a16="http://schemas.microsoft.com/office/drawing/2014/main" id="{07F469C7-650D-6C2A-12F7-9674073C2441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1" y="857250"/>
            <a:ext cx="9153606" cy="40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4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2011680" cy="2011680"/>
          </a:xfrm>
          <a:prstGeom prst="ellipse">
            <a:avLst/>
          </a:prstGeom>
          <a:solidFill>
            <a:srgbClr val="2E75B6">
              <a:alpha val="25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TYPE</a:t>
            </a:r>
            <a:endParaRPr lang="en-US" sz="340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viết Unit Test theo workflow Code-first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317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KHÔNG có nghĩa là </a:t>
            </a: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tư duy trước.</a:t>
            </a:r>
            <a:endParaRPr lang="en-US" sz="13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Nghĩa là tư duy </a:t>
            </a:r>
            <a:endParaRPr lang="en-US" sz="13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 hơn</a:t>
            </a:r>
            <a:r>
              <a:rPr lang="en-US" sz="13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trong đầu thay vì ghi ra Excel.</a:t>
            </a: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4572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xuyên suốt: </a:t>
            </a:r>
            <a:r>
              <a:rPr lang="en-US" sz="1000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MH02 InsuranceController · GET /api/insurances · Spring Boot MockMvc   |   Phần 3</a:t>
            </a:r>
            <a:endParaRPr lang="en-US" sz="10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 SÁNH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Excel-first vs Code-first — Khác nhau ở đâu?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workflow khác nhau về hình thức — nhưng tư duy thiết kế TC là giống nhau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2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3547872"/>
          </a:xfrm>
          <a:prstGeom prst="rect">
            <a:avLst/>
          </a:prstGeom>
          <a:solidFill>
            <a:srgbClr val="E3F2FD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1605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Excel-first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" y="1920240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847088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DD → Thiết kế TC ra Excel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2542032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468880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Decision Table trước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" y="3163824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090672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review Excel trước khi code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" y="3785616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712464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— dùng cho task phức tạp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 khi mentor yêu cầu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" y="4407408"/>
            <a:ext cx="201168" cy="2011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334256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trace lại lý do thiết kế TC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389888"/>
            <a:ext cx="4160520" cy="3547872"/>
          </a:xfrm>
          <a:prstGeom prst="rect">
            <a:avLst/>
          </a:prstGeom>
          <a:solidFill>
            <a:srgbClr val="E0F7FA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389888"/>
            <a:ext cx="4160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38988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Code-first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19472" y="192024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1847088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DD → Tư duy TC trong đầu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19472" y="254203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2468880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 là mental checklist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19472" y="316382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3090672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review code trực tiếp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19472" y="378561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3712464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— dùng cho task đơn giản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 khi đã quen domain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19472" y="440740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4334256"/>
            <a:ext cx="3547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 hơn — nhưng dễ bỏ sót nếu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checklist trong đầu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626864"/>
            <a:ext cx="8503920" cy="347472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" y="4626864"/>
            <a:ext cx="8247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Ví dụ xuyên suốt tài liệu này: MH02 GET /api/insurances — InsuranceControllerTest.java (JUnit 5 + MockMvc)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VẤN ĐỀ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Code-first dễ bị sai?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vì kém — mà vì không có công cụ nhắc nhở trong đầu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3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4160520" cy="1207008"/>
          </a:xfrm>
          <a:prstGeom prst="rect">
            <a:avLst/>
          </a:prstGeom>
          <a:solidFill>
            <a:srgbClr val="F4F6F8"/>
          </a:solidFill>
          <a:ln w="19050">
            <a:solidFill>
              <a:srgbClr val="B7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44752"/>
            <a:ext cx="64008" cy="12070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1517904"/>
            <a:ext cx="658368" cy="21945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5179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Bias #1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43000" y="15179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test ngay sau khi code xong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865376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đang ở chế độ "implementation" — chỉ nghĩ đến happy path. Exception và edge case bị quên. VD: chỉ test GET thành công, bỏ qua case list rỗng.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44752"/>
            <a:ext cx="4160520" cy="1207008"/>
          </a:xfrm>
          <a:prstGeom prst="rect">
            <a:avLst/>
          </a:prstGeom>
          <a:solidFill>
            <a:srgbClr val="F4F6F8"/>
          </a:solidFill>
          <a:ln w="19050">
            <a:solidFill>
              <a:srgbClr val="B7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44752"/>
            <a:ext cx="64008" cy="12070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64608" y="1517904"/>
            <a:ext cx="658368" cy="21945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51790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Bias #2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77840" y="151790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method test không mô tả được kịch bản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1865376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test1(), testSearchInsurances() — đọc không biết test cái gì. Phải viết: should_Return200_when_DataExists()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44368"/>
            <a:ext cx="4160520" cy="1207008"/>
          </a:xfrm>
          <a:prstGeom prst="rect">
            <a:avLst/>
          </a:prstGeom>
          <a:solidFill>
            <a:srgbClr val="F4F6F8"/>
          </a:solidFill>
          <a:ln w="19050">
            <a:solidFill>
              <a:srgbClr val="B7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44368"/>
            <a:ext cx="64008" cy="12070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3017520"/>
            <a:ext cx="658368" cy="21945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0175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Bias #3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không đủ — chỉ status().isOk()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364992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200 pass nhưng không assert response body. Bug data sai vẫn thoát ra ngoài. Phải thêm jsonPath assert.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44368"/>
            <a:ext cx="4160520" cy="1207008"/>
          </a:xfrm>
          <a:prstGeom prst="rect">
            <a:avLst/>
          </a:prstGeom>
          <a:solidFill>
            <a:srgbClr val="F4F6F8"/>
          </a:solidFill>
          <a:ln w="19050">
            <a:solidFill>
              <a:srgbClr val="B7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44368"/>
            <a:ext cx="64008" cy="12070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64608" y="3017520"/>
            <a:ext cx="658368" cy="21945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0175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Bias #4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77840" y="301752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xanh nhưng logic chưa đúng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3364992"/>
            <a:ext cx="3200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đạt 100% nhưng nhánh sort=DESC chưa được test. Member nghĩ xong rồi nhưng C1/C2 chưa đủ.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MENTAL CHECKLIST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Câu hỏi — Hỏi trước khi gõ dòng @Test đầu tiên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Dừng lại 2 phút để trả lời 3 câu này → tránh mất 2 giờ fix lại sau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4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2743200" cy="3456432"/>
          </a:xfrm>
          <a:prstGeom prst="rect">
            <a:avLst/>
          </a:prstGeom>
          <a:solidFill>
            <a:srgbClr val="FFFFFF"/>
          </a:solidFill>
          <a:ln w="3175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27432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4264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1938528"/>
            <a:ext cx="25237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này có thể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về gì?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" y="2816352"/>
            <a:ext cx="2414016" cy="27432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907792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số kịch bản: list có data / list rỗng / filter/sort/page / exception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Mỗi kịch bản = ít nhất 1 TC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389888"/>
            <a:ext cx="2743200" cy="3456432"/>
          </a:xfrm>
          <a:prstGeom prst="rect">
            <a:avLst/>
          </a:prstGeom>
          <a:solidFill>
            <a:srgbClr val="FFFFFF"/>
          </a:solidFill>
          <a:ln w="3175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389888"/>
            <a:ext cx="2743200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3898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0" y="14264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55848" y="1938528"/>
            <a:ext cx="25237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MOCK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những gì?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10712" y="2816352"/>
            <a:ext cx="2414016" cy="27432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2907792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nào bị gọi? → Mock đó.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VD: InsuranceService, CompanyService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@MockBean mỗi dependency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1389888"/>
            <a:ext cx="2743200" cy="3456432"/>
          </a:xfrm>
          <a:prstGeom prst="rect">
            <a:avLst/>
          </a:prstGeom>
          <a:solidFill>
            <a:srgbClr val="FFFFFF"/>
          </a:solidFill>
          <a:ln w="31750">
            <a:solidFill>
              <a:srgbClr val="6A1B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389888"/>
            <a:ext cx="2743200" cy="47548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3898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66560" y="14264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81928" y="1938528"/>
            <a:ext cx="25237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đúng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trông NHƯ THẾ NÀO?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36792" y="2816352"/>
            <a:ext cx="2414016" cy="27432"/>
          </a:xfrm>
          <a:prstGeom prst="rect">
            <a:avLst/>
          </a:prstGeom>
          <a:solidFill>
            <a:srgbClr val="6A1B9A">
              <a:alpha val="4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907792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status? JSON path nào?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jsonPath('$.data.length()').value(5)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Không được chỉ status().isOk()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626864"/>
            <a:ext cx="8503920" cy="347472"/>
          </a:xfrm>
          <a:prstGeom prst="rect">
            <a:avLst/>
          </a:prstGeom>
          <a:solidFill>
            <a:srgbClr val="FFF8E1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" y="4626864"/>
            <a:ext cx="8247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VD GET /api/insurances: Câu 1→8 kịch bản (data/empty/filter x3/page/sort x2)  Câu 2→Mock InsuranceService  Câu 3→jsonPath('$.data.length()').value(5)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KỸ THUẬT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Comment-driven Testing — Viết comment trước, code sau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thế Excel TC bằng comment cấu trúc ngay trong file Java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5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023360" cy="3456432"/>
          </a:xfrm>
          <a:prstGeom prst="rect">
            <a:avLst/>
          </a:prstGeom>
          <a:solidFill>
            <a:srgbClr val="FFF3F3"/>
          </a:solidFill>
          <a:ln w="25400">
            <a:solidFill>
              <a:srgbClr val="B7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023360" cy="3108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Không có tư duy trước (anti-pattern)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00784"/>
            <a:ext cx="4023360" cy="3145536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773936"/>
            <a:ext cx="3767328" cy="27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8056" y="2046593"/>
            <a:ext cx="3767328" cy="27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testSearch() throws Exception {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056" y="2319251"/>
            <a:ext cx="3767328" cy="27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setup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8056" y="2591908"/>
            <a:ext cx="3767328" cy="27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when(service.searchInsurances(any()))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" y="2864566"/>
            <a:ext cx="3767328" cy="27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.thenReturn(mockPage);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" y="3137223"/>
            <a:ext cx="3767328" cy="27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call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" y="3409881"/>
            <a:ext cx="3767328" cy="27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mockMvc.perform(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" y="3682538"/>
            <a:ext cx="3767328" cy="27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get("/api/insurances"))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8056" y="3955196"/>
            <a:ext cx="3767328" cy="27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assert ???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" y="4227853"/>
            <a:ext cx="3767328" cy="27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.andExpect(status().isOk()); // chỉ vậy thôi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8056" y="4500511"/>
            <a:ext cx="3767328" cy="27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34840" y="3035808"/>
            <a:ext cx="54864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907792"/>
            <a:ext cx="201168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15968" y="3218688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bằng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1389888"/>
            <a:ext cx="3703320" cy="3456432"/>
          </a:xfrm>
          <a:prstGeom prst="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120640" y="1389888"/>
            <a:ext cx="370332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138988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Comment-driven (tư duy trước)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1700784"/>
            <a:ext cx="3703320" cy="3145536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48656" y="1773936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48656" y="1940560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should_Return200WithList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48656" y="2107184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_when_DataExists() throws Exception {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48656" y="2273808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Given: mock Service trả về 5 items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48656" y="2440432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when(insuranceService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48656" y="2607056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.searchInsurances(any()))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48656" y="2773680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.thenReturn(pageOf5Items);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48656" y="2940304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When: gọi GET /api/insurances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248656" y="3106928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mockMvc.perform(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48656" y="3273552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get("/api/insurances")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248656" y="3440176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.param("companyId","1"))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48656" y="3606800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Then: 200 + data 5 items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48656" y="3773424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.andExpect(status().isOk())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48656" y="3940048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.andExpect(jsonPath("$.data")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248656" y="4106672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.isArray())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48656" y="4273296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.andExpect(jsonPath("$.data.length()")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48656" y="4439920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.value(5));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48656" y="4606544"/>
            <a:ext cx="3447288" cy="166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NAMING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method test = TC ID trong Code-first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file Excel → tên method phải tự mô tả đủ kịch bản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6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658368"/>
          </a:xfrm>
          <a:prstGeom prst="rect">
            <a:avLst/>
          </a:prstGeom>
          <a:solidFill>
            <a:srgbClr val="E3F2FD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44752"/>
            <a:ext cx="11157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14447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[Kết quả kỳ vọng]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144475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_when_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44475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[Điều kiện / Kịch bản]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" y="2139696"/>
            <a:ext cx="224028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3969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✗  Tên sai (không dùng)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2139696"/>
            <a:ext cx="297180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1396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 Tên đúng (convention)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23560" y="2139696"/>
            <a:ext cx="324612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21396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Tại sao tên này đúng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432304"/>
            <a:ext cx="224028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32304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testSearchInsurances()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2432304"/>
            <a:ext cx="297180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432304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should_Return200WithList_when_DataExists()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23560" y="2432304"/>
            <a:ext cx="324612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432304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Rõ: HTTP 200, trả list, khi có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054096"/>
            <a:ext cx="2240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54096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testEmpty()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06040" y="3054096"/>
            <a:ext cx="2971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3054096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should_Return200EmptyList_when_NoData()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23560" y="3054096"/>
            <a:ext cx="3246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3054096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case empty list với case lỗi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675888"/>
            <a:ext cx="224028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67588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testExport()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06040" y="3675888"/>
            <a:ext cx="297180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3675888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should_ReturnCsvFile_when_DataExists()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623560" y="3675888"/>
            <a:ext cx="3246120" cy="566928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3675888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Rõ: return CSV file, không phải JSON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297680"/>
            <a:ext cx="2240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9768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testExportFail()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06040" y="4297680"/>
            <a:ext cx="2971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4297680"/>
            <a:ext cx="2788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should_Return400_when_EmptyDataExportCsv()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23560" y="4297680"/>
            <a:ext cx="3246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429768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400, rõ endpoint, rõ condition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 BƯỚC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Bước — Code-first Workflow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trong đầu thay vì trên Excel — nhưng vẫn phải làm đủ 5 bước này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7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658368"/>
          </a:xfrm>
          <a:prstGeom prst="rect">
            <a:avLst/>
          </a:prstGeom>
          <a:solidFill>
            <a:srgbClr val="F4F6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51790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517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DD — tìm 4 thứ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719072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+ HTTP method · Service cần Mock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kịch bản (list/empty/filter/sort/page) · Exception case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0" y="1572768"/>
            <a:ext cx="777240" cy="274320"/>
          </a:xfrm>
          <a:prstGeom prst="rect">
            <a:avLst/>
          </a:prstGeom>
          <a:solidFill>
            <a:srgbClr val="028090">
              <a:alpha val="8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1572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2 phút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121408"/>
            <a:ext cx="8503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2249424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176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số TC cần viết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450592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kịch bản response khác nhau = 1 TC tối thiểu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VD: GET /api/insurances → 8 TC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955280" y="2304288"/>
            <a:ext cx="777240" cy="274320"/>
          </a:xfrm>
          <a:prstGeom prst="rect">
            <a:avLst/>
          </a:prstGeom>
          <a:solidFill>
            <a:srgbClr val="2E75B6">
              <a:alpha val="80000"/>
            </a:srgbClr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0" y="2304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5B6"/>
                </a:solidFill>
              </a:rPr>
              <a:t>1 phút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852928"/>
            <a:ext cx="8503920" cy="658368"/>
          </a:xfrm>
          <a:prstGeom prst="rect">
            <a:avLst/>
          </a:prstGeom>
          <a:solidFill>
            <a:srgbClr val="F4F6F8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2980944"/>
            <a:ext cx="402336" cy="40233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29077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tên method trước — rồi mới code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182112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hết tên @Test method cho tất cả TC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should_Return200_when_X — xem có bỏ sót không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55280" y="3035808"/>
            <a:ext cx="777240" cy="274320"/>
          </a:xfrm>
          <a:prstGeom prst="rect">
            <a:avLst/>
          </a:prstGeom>
          <a:solidFill>
            <a:srgbClr val="6A1B9A">
              <a:alpha val="80000"/>
            </a:srgbClr>
          </a:solidFill>
          <a:ln w="6350">
            <a:solidFill>
              <a:srgbClr val="6A1B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30358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A1B9A"/>
                </a:solidFill>
              </a:rPr>
              <a:t>2 phút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584448"/>
            <a:ext cx="8503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" y="3712464"/>
            <a:ext cx="402336" cy="402336"/>
          </a:xfrm>
          <a:prstGeom prst="ellipse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3639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comment Given/When/Then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3913632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Given: when(service).thenReturn(...)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When: mockMvc.perform(get('/api/...'))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Then: .andExpect(status().isOk())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55280" y="3767328"/>
            <a:ext cx="777240" cy="274320"/>
          </a:xfrm>
          <a:prstGeom prst="rect">
            <a:avLst/>
          </a:prstGeom>
          <a:solidFill>
            <a:srgbClr val="F57F17">
              <a:alpha val="80000"/>
            </a:srgbClr>
          </a:solidFill>
          <a:ln w="6350">
            <a:solidFill>
              <a:srgbClr val="F57F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3767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7F17"/>
                </a:solidFill>
              </a:rPr>
              <a:t>1 phút/TC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F4F6F8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624" y="4443984"/>
            <a:ext cx="402336" cy="40233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0120" y="4370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Assert đủ + Jacoco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4645152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status() + jsonPath('$.data') + jsonPath('$.data.length()')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test jacocoTestReport: C0=100%, C1≥80%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955280" y="4498848"/>
            <a:ext cx="777240" cy="274320"/>
          </a:xfrm>
          <a:prstGeom prst="rect">
            <a:avLst/>
          </a:prstGeom>
          <a:solidFill>
            <a:srgbClr val="2E7D32">
              <a:alpha val="8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44988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D32"/>
                </a:solidFill>
              </a:rPr>
              <a:t>tuỳ TC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VÍ DỤ THỰC TẾ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GET /api/insurances — Bước 1, 2, 3 trong đầu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InsuranceController · MH02 · Áp dụng 5 bước vào thực tế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8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16052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41605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988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 — Tìm 4 thứ trong DD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GET /api/insurances → searchInsurances()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Dependency: InsuranceService → cần @MockBean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340864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bản: data/empty, filter x3, page, sort x2, exception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EmptyDataException (export CSV) → bắt buộc có TC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389888"/>
            <a:ext cx="420624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389888"/>
            <a:ext cx="420624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3898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2 — Đếm TC cần viết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71907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 + edge case (list):  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029968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(name, insuranceNumber, place):  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340864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trang + Sort ASC/DESC:  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566246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(success + empty):  </a:t>
            </a: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798064"/>
            <a:ext cx="3913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Tổng: </a:t>
            </a:r>
            <a:r>
              <a:rPr lang="en-US" sz="11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850392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90672"/>
            <a:ext cx="8503920" cy="274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90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 — Đặt tên 11 method trước khi code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42900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 </a:t>
            </a: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should_Return200WithList_when_DataExists()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37033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 </a:t>
            </a: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should_Return200EmptyList_when_NoData()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 </a:t>
            </a: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should_FilterByName_when_NameParamProvided()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2519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 </a:t>
            </a: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should_FilterByInsuranceNumber_when_Provided()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 </a:t>
            </a: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should_FilterByPlace_when_PlaceParamProvided()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 </a:t>
            </a: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should_ReturnPage0With5Records_when_Paginated()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342900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 </a:t>
            </a: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should_ReturnAscOrder_when_SortASC()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37033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 </a:t>
            </a: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should_ReturnDescOrder_when_SortDESC()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397764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 </a:t>
            </a: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should_ReturnCsvFile_when_DataExists()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42519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 </a:t>
            </a: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should_Return400_when_EmptyDataExportCsv()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452628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  </a:t>
            </a:r>
            <a:r>
              <a:rPr lang="en-US" sz="85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should_Return200Companies_when_Called()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VÍ DỤ THỰC TẾ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4+5 — Viết 1 TC hoàn chỉnh (MockMvc)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should_Return200WithList_when_DataExists() — comment trước, code sau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9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5029200" cy="36118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463040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@Test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8056" y="1607439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should_Return200WithList_when_DataExists()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8056" y="1751838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throws Exception {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8056" y="1896237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" dirty="0"/>
          </a:p>
        </p:txBody>
      </p:sp>
      <p:sp>
        <p:nvSpPr>
          <p:cNvPr id="12" name="Text 10"/>
          <p:cNvSpPr/>
          <p:nvPr/>
        </p:nvSpPr>
        <p:spPr>
          <a:xfrm>
            <a:off x="448056" y="2040636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Given ─────────────────────────────────────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8056" y="2185035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dto = InsuranceResponseDto.builder()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8056" y="2329434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.insuranceNumber("1234567890")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" y="2473833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.userName("Nguyen Van A")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" y="2618232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.sex("01").birthdate("01/01/1990").build();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" y="2762631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mockPage = new PageImpl&lt;&gt;(List.of(dto,...));  // 5 items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" y="2907030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when(insuranceService.searchInsurances(any()))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8056" y="3051429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.thenReturn(mockPage);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" y="3195828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" dirty="0"/>
          </a:p>
        </p:txBody>
      </p:sp>
      <p:sp>
        <p:nvSpPr>
          <p:cNvPr id="21" name="Text 19"/>
          <p:cNvSpPr/>
          <p:nvPr/>
        </p:nvSpPr>
        <p:spPr>
          <a:xfrm>
            <a:off x="448056" y="3340227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When + Then (MockMvc chain) ──────────────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" y="3484626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mockMvc.perform(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" y="3629025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get("/api/insurances")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056" y="3773424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.param("companyId", "1")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" y="3917823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.param("page", "0"))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8056" y="4062222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.andExpect(status().isOk())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8056" y="4206621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.andExpect(jsonPath("$.data").isArray())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8056" y="4351020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.andExpect(jsonPath("$.data.length()").value(5));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8056" y="4495419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verify(insuranceService, times(1))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8056" y="4639818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.searchInsurances(any());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8056" y="4784217"/>
            <a:ext cx="4773168" cy="144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0" y="2743200"/>
            <a:ext cx="3337560" cy="658368"/>
          </a:xfrm>
          <a:prstGeom prst="rect">
            <a:avLst/>
          </a:prstGeom>
          <a:solidFill>
            <a:srgbClr val="F4F6F8"/>
          </a:solidFill>
          <a:ln w="25400">
            <a:solidFill>
              <a:srgbClr val="CE917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0" y="2743200"/>
            <a:ext cx="64008" cy="658368"/>
          </a:xfrm>
          <a:prstGeom prst="rect">
            <a:avLst/>
          </a:prstGeom>
          <a:solidFill>
            <a:srgbClr val="CE9178"/>
          </a:solidFill>
          <a:ln w="12700">
            <a:solidFill>
              <a:srgbClr val="CE91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41848" y="2779776"/>
            <a:ext cx="3090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 setup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41848" y="3035808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@MockBean InsuranceService — không gọi DB thật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when(service.searchInsurances(any())).thenReturn(page)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0" y="3493008"/>
            <a:ext cx="3337560" cy="658368"/>
          </a:xfrm>
          <a:prstGeom prst="rect">
            <a:avLst/>
          </a:prstGeom>
          <a:solidFill>
            <a:srgbClr val="F4F6F8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0" y="3493008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41848" y="3529584"/>
            <a:ext cx="3090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= perform()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41848" y="3785616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mockMvc.perform(get(...).param(...))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HTTP request duy nhất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0" y="4242816"/>
            <a:ext cx="3337560" cy="658368"/>
          </a:xfrm>
          <a:prstGeom prst="rect">
            <a:avLst/>
          </a:prstGeom>
          <a:solidFill>
            <a:srgbClr val="F4F6F8"/>
          </a:solidFill>
          <a:ln w="25400">
            <a:solidFill>
              <a:srgbClr val="4FC1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0" y="4242816"/>
            <a:ext cx="64008" cy="658368"/>
          </a:xfrm>
          <a:prstGeom prst="rect">
            <a:avLst/>
          </a:prstGeom>
          <a:solidFill>
            <a:srgbClr val="4FC1FF"/>
          </a:solidFill>
          <a:ln w="12700">
            <a:solidFill>
              <a:srgbClr val="4FC1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41848" y="4279392"/>
            <a:ext cx="30906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= andExpect chain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41848" y="4535424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status().isOk() + jsonPath assert cụ thể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verify() service gọi đúng 1 lần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KẾT QUẢ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cho ra kết quả gì?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file Excel — nhưng vẫn đủ tài liệu để Mentor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10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2743200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89888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82880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method = TC list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377440" cy="27432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331720"/>
            <a:ext cx="2523744" cy="2340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method @Test với tên should_X_when_Y đầy đủ → Mentor đọc tên biết ngay cover được kịch bản nào, bỏ sót kịch bản nào.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389888"/>
            <a:ext cx="2743200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89888"/>
            <a:ext cx="27432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82880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= TC design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2240280"/>
            <a:ext cx="2377440" cy="27432"/>
          </a:xfrm>
          <a:prstGeom prst="rect">
            <a:avLst/>
          </a:prstGeom>
          <a:solidFill>
            <a:srgbClr val="2E75B6">
              <a:alpha val="4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2331720"/>
            <a:ext cx="2523744" cy="2340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Given / When / Then trong mỗi method thay thế cho cột trong Excel. Review code = review TC design.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389888"/>
            <a:ext cx="2743200" cy="34015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389888"/>
            <a:ext cx="27432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82880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report = Coverage proof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240280"/>
            <a:ext cx="2377440" cy="27432"/>
          </a:xfrm>
          <a:prstGeom prst="rect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2331720"/>
            <a:ext cx="2523744" cy="2340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test jacocoTestReport → build/reports/jacoco/test/html/index.html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C0=100%, C1≥80% → pass review. Screenshot đính kèm PR.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882896"/>
            <a:ext cx="8503920" cy="182880"/>
          </a:xfrm>
          <a:prstGeom prst="rect">
            <a:avLst/>
          </a:prstGeom>
          <a:solidFill>
            <a:srgbClr val="FFF3F3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4882896"/>
            <a:ext cx="82478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Nếu Mentor yêu cầu Excel TC → chuyển sang Excel-first workflow. Code-first chỉ dùng khi được phép.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QUYẾT ĐỊNH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dùng Code-first? Khi nào dùng Excel-first?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phải lúc nào Code-first cũng phù hợp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11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42519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Tình huống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389888"/>
            <a:ext cx="214884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38988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Code-first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12280" y="1389888"/>
            <a:ext cx="19659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38988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Excel-first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700784"/>
            <a:ext cx="425196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700784"/>
            <a:ext cx="4032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đơn giản, ít kịch bản (&lt; 5 TC)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700784"/>
            <a:ext cx="214884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1700784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Code-first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12280" y="1700784"/>
            <a:ext cx="196596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85432" y="1700784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212848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212848"/>
            <a:ext cx="4032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phức tạp, nhiều filter/sort/page lồng nhau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212848"/>
            <a:ext cx="21488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2212848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 nhắc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12280" y="2212848"/>
            <a:ext cx="196596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5432" y="2212848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Excel-first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724912"/>
            <a:ext cx="425196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2724912"/>
            <a:ext cx="4032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mới — chưa quen domain bảo hiểm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2724912"/>
            <a:ext cx="2148840" cy="457200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2724912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nên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12280" y="2724912"/>
            <a:ext cx="196596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2724912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Excel-first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236976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" y="3236976"/>
            <a:ext cx="4032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đã quen — endpoint tương tự đã làm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3236976"/>
            <a:ext cx="214884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3236976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Code-first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12280" y="3236976"/>
            <a:ext cx="1965960" cy="457200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85432" y="3236976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3749040"/>
            <a:ext cx="4251960" cy="457200"/>
          </a:xfrm>
          <a:prstGeom prst="rect">
            <a:avLst/>
          </a:prstGeom>
          <a:solidFill>
            <a:srgbClr val="F4F6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3749040"/>
            <a:ext cx="4032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yêu cầu review TC trước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17720" y="3749040"/>
            <a:ext cx="2148840" cy="457200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3749040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được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812280" y="3749040"/>
            <a:ext cx="196596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85432" y="37490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Bắt buộc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0040" y="4261104"/>
            <a:ext cx="4251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" y="4261104"/>
            <a:ext cx="4032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tài liệu hóa để audit / dự án formal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17720" y="4261104"/>
            <a:ext cx="2148840" cy="457200"/>
          </a:xfrm>
          <a:prstGeom prst="rect">
            <a:avLst/>
          </a:prstGeom>
          <a:solidFill>
            <a:srgbClr val="FFEB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90872" y="4261104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nên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12280" y="4261104"/>
            <a:ext cx="196596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85432" y="4261104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Excel-first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THAM KHẢO NHANH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ghi nhớ Code-first — Dùng khi bắt đầu viết 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743200" cy="3547872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89888"/>
            <a:ext cx="274320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Câu hỏi trước khi gõ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755648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Endpoint trả về những kịch bản nào?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list / empty / filter / sort / page / exception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377440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Cần @MockBean những Service nào?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InsuranceService, CompanyService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99923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Response đúng trông như thế nào?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HTTP status + jsonPath cụ thể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1389888"/>
            <a:ext cx="2743200" cy="354787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389888"/>
            <a:ext cx="2743200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3898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Bước Code-first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74136" y="1755648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1. Đọc DD — tìm 4 thứ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74136" y="2377440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2. Đếm số TC cần viết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74136" y="299923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3. Đặt tên method trước (should_X_when_Y)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74136" y="362102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4. Viết Given/When/Then comment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74136" y="4242816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5. Code + andExpect() đủ + Jacoco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08776" y="1389888"/>
            <a:ext cx="2743200" cy="3547872"/>
          </a:xfrm>
          <a:prstGeom prst="rect">
            <a:avLst/>
          </a:prstGeom>
          <a:solidFill>
            <a:srgbClr val="FFFFFF"/>
          </a:solidFill>
          <a:ln w="25400">
            <a:solidFill>
              <a:srgbClr val="B71C1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08776" y="1389888"/>
            <a:ext cx="2743200" cy="310896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3898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cần tránh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18504" y="1755648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andExpect(status().isOk()) rồi thôi — quá ít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18504" y="2377440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Tên method: testSearch(), test1()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18504" y="299923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Quên assert response body (jsonPath)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18504" y="362102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Quên TC list rỗng / sort / exception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18504" y="4242816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@SpringBootTest thay vì @WebMvcTest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Tóm tắt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= tư duy nhanh trong đầu — không phải bỏ qua tư duy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9047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3 câu hỏi trước khi gõ: Kịch bản nào? MockBean gì? Response trông như thế nào?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192938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Tên method = TC ID — should_Return200_when_DataExists() không phải testSearch()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6829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Comment Given/When/Then = tài liệu TC ngay trong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0720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andExpect() chain đủ: status() + jsonPath('$.data') + jsonPath('$.data.length()')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Biết khi nào nên chuyển sang Excel-first — không cố dùng Code-first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83210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tiếp theo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42245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 Tài liệu 4: JUnit 5 &amp; Mockito Framework Guide — @WebMvcTest, MockMvc API chi tiết</a:t>
            </a:r>
            <a:endParaRPr lang="en-US" sz="1150" dirty="0">
              <a:solidFill>
                <a:srgbClr val="0070C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" y="451713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Tài liệu 5: Sample Project Guide — Code mẫu MH02 InsuranceController map với Excel TC</a:t>
            </a:r>
            <a:endParaRPr lang="en-US" sz="1150" dirty="0">
              <a:solidFill>
                <a:srgbClr val="0070C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48097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Tài liệu 6: Bài tập thực hành — tự làm từ A đến Z</a:t>
            </a:r>
            <a:endParaRPr lang="en-US" sz="1150" dirty="0">
              <a:solidFill>
                <a:srgbClr val="0070C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03920" y="484632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1898</TotalTime>
  <Words>2251</Words>
  <Application>Microsoft Office PowerPoint</Application>
  <PresentationFormat>On-screen Show (16:9)</PresentationFormat>
  <Paragraphs>302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BIZ UDPゴシック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 Before You Type — Code-first UT Guide (MH02)</dc:title>
  <dc:subject>PptxGenJS Presentation</dc:subject>
  <dc:creator>PptxGenJS</dc:creator>
  <cp:lastModifiedBy>Nguyen Duy Hai</cp:lastModifiedBy>
  <cp:revision>6</cp:revision>
  <dcterms:created xsi:type="dcterms:W3CDTF">2026-06-10T10:14:21Z</dcterms:created>
  <dcterms:modified xsi:type="dcterms:W3CDTF">2026-06-12T09:46:23Z</dcterms:modified>
</cp:coreProperties>
</file>